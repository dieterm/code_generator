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FDBCE-8DEB-5730-1841-C813429CE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442D8A3-FF59-BB7B-49FA-6105E8788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140F204-B335-2245-0FD3-44561A75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E02BBA-DBB5-2447-2602-0A1EC275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F69072-09B3-CDDD-4C24-9E289E04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877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014EE-6F9D-A26C-E0E5-3B540304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B864D8-7B00-6D48-C57D-0DF709C4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217BC0-5770-F9B3-D652-D167DAED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8CFB20-096D-97AD-15A6-75CCFE34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790044-29EA-F7A3-AC57-C21B4134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111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675AE-AAE8-F131-898E-29994F93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14BCFC-1DD5-82EF-0578-A1CB340B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AC9D78-0333-19B7-BCA1-BB2ACA96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9315340-E188-617B-26CF-FDAD1379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E4DAC46-E1AB-F519-95FE-8587A77F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9233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A23B6-25EA-72AA-7F5C-DA536B78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99209C-AA58-1A97-F162-60ADD7E47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11474B3-7556-07E7-83ED-67B12ECD2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03AB0FE-7BAB-70BD-45EA-2ECA2836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43D849-9FC5-22D8-D496-A9D72A33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C77F3F-5194-0BB5-A39C-21E4736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299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2BCE9-D47F-F732-ED40-07C14C705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2AC53F-CB3D-15F2-BEA0-24118189A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3A35F20-ED03-AE0F-295B-B83A16857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606290-69DD-D160-AF9D-14C6BE042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02B502F-5211-0F7E-5C3A-6B63BF1BE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F2C753E-848A-6CBF-30EC-69A056A0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8FC351A-5044-4294-1D16-7076D278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F0349F0-CE1A-8C13-018D-D81060C1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435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12619-9736-69AB-10F5-40E94039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5E2D476-C445-E0F8-7419-2E46131D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063DC94-A45E-01F3-FC96-216A4A84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6FCDDAF-860D-ADA0-03B1-2652DA6B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990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5A9A782-ED73-655D-CD71-CC1383D8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937321E-E904-4804-3E1C-49D29EBF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E61BF15-496D-0C51-B70D-78E7B44E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107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25234-9DFA-9822-AC7A-7AD7A950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0908A5-6FC3-8F7D-7697-57B51EBF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4652CC-5BA2-1383-00D8-177FCEB36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C6483F-DA79-8CBB-1AA9-4784767D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212B59A-32DD-64CE-27F6-0926A5EE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C9227E-2F60-BCB8-4EF9-3B1ABA20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306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33932-E262-9CAE-595B-D40B63BE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C5ACC44-B309-5795-AA09-482B19D49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64598D0-690D-34F5-DA2E-58B51C384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4DF92C-95BE-7FDA-3359-EC6FC29C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C45095-0067-CF3D-041B-050883D2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D4BB15-EF0E-20D4-B234-7585985D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225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B62AC-00BA-FA3F-A201-63721B0E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6052A0A-BEB0-D8DC-DEB7-037ABD521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9301426-368D-B227-5C4D-63793A27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4596CC-6943-598C-D04A-9947B328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16083F6-81ED-3140-C8FE-DF30DC38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402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8EC0FA4-FCBC-6FFA-EE93-780191C56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722DB16-90A5-A653-7E54-E26AC4BCC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6DDF7E-6CFD-68A5-2169-D60D8D26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44D4B8-A497-D96D-AAB6-A99B030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E73E2F-7DE9-DAC3-EFF3-F7B8859F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982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0A5D28B-CF30-B978-23E0-897095C8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8BC5E9-BCB8-27B3-FBB3-A2B7A7D81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618854-6D92-3CE1-9705-393D5E134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BAD28-58C4-49D1-97C7-3A2CD9CB57AC}" type="datetimeFigureOut">
              <a:rPr lang="nl-BE" smtClean="0"/>
              <a:t>7/01/2026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40A047-04AD-89FA-AB8D-6A073B478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4BC151-78C6-0090-3C6F-A1F1BF6DB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79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B0533DF5-96B6-1616-DA13-77CF94725E14}"/>
              </a:ext>
            </a:extLst>
          </p:cNvPr>
          <p:cNvSpPr/>
          <p:nvPr/>
        </p:nvSpPr>
        <p:spPr>
          <a:xfrm>
            <a:off x="647268" y="2967887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F9906AE-50C0-A8C4-547C-16783090A170}"/>
              </a:ext>
            </a:extLst>
          </p:cNvPr>
          <p:cNvSpPr/>
          <p:nvPr/>
        </p:nvSpPr>
        <p:spPr>
          <a:xfrm>
            <a:off x="647269" y="2203328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88A6079-51C3-0EA7-9348-29FF558104D0}"/>
              </a:ext>
            </a:extLst>
          </p:cNvPr>
          <p:cNvSpPr/>
          <p:nvPr/>
        </p:nvSpPr>
        <p:spPr>
          <a:xfrm>
            <a:off x="647270" y="1445499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3F2647F-D0BD-ADCD-D40F-C15D5484BBA1}"/>
              </a:ext>
            </a:extLst>
          </p:cNvPr>
          <p:cNvSpPr/>
          <p:nvPr/>
        </p:nvSpPr>
        <p:spPr>
          <a:xfrm>
            <a:off x="647270" y="606175"/>
            <a:ext cx="10897459" cy="760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2357DCF-86B6-0AFF-333F-4922C9D485F4}"/>
              </a:ext>
            </a:extLst>
          </p:cNvPr>
          <p:cNvSpPr txBox="1"/>
          <p:nvPr/>
        </p:nvSpPr>
        <p:spPr>
          <a:xfrm>
            <a:off x="647271" y="831569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Presentation </a:t>
            </a:r>
            <a:r>
              <a:rPr lang="nl-BE" dirty="0" err="1"/>
              <a:t>Layer</a:t>
            </a:r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559A9E1-6A34-1D8A-26FA-55FB47B33F95}"/>
              </a:ext>
            </a:extLst>
          </p:cNvPr>
          <p:cNvSpPr txBox="1"/>
          <p:nvPr/>
        </p:nvSpPr>
        <p:spPr>
          <a:xfrm>
            <a:off x="647271" y="1505701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Application </a:t>
            </a:r>
            <a:r>
              <a:rPr lang="nl-BE" dirty="0" err="1"/>
              <a:t>Layer</a:t>
            </a:r>
            <a:endParaRPr lang="nl-BE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254C209-3FA8-1494-E67A-07AA01C48023}"/>
              </a:ext>
            </a:extLst>
          </p:cNvPr>
          <p:cNvSpPr txBox="1"/>
          <p:nvPr/>
        </p:nvSpPr>
        <p:spPr>
          <a:xfrm>
            <a:off x="647271" y="2288947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Domain </a:t>
            </a:r>
            <a:r>
              <a:rPr lang="nl-BE" dirty="0" err="1"/>
              <a:t>Layer</a:t>
            </a:r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D426DC2-DC84-F2B4-E1A8-36FA0B743C89}"/>
              </a:ext>
            </a:extLst>
          </p:cNvPr>
          <p:cNvSpPr txBox="1"/>
          <p:nvPr/>
        </p:nvSpPr>
        <p:spPr>
          <a:xfrm>
            <a:off x="647271" y="2985131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Infrastructure</a:t>
            </a:r>
            <a:r>
              <a:rPr lang="nl-BE" dirty="0"/>
              <a:t> </a:t>
            </a:r>
            <a:r>
              <a:rPr lang="nl-BE" dirty="0" err="1"/>
              <a:t>Layer</a:t>
            </a:r>
            <a:endParaRPr lang="nl-BE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B4DE45A-55F0-1CE7-C5FA-B481EBA4B0C7}"/>
              </a:ext>
            </a:extLst>
          </p:cNvPr>
          <p:cNvSpPr txBox="1"/>
          <p:nvPr/>
        </p:nvSpPr>
        <p:spPr>
          <a:xfrm>
            <a:off x="647270" y="5360005"/>
            <a:ext cx="268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F0000"/>
                </a:solidFill>
              </a:rPr>
              <a:t>Code Architecture </a:t>
            </a:r>
            <a:r>
              <a:rPr lang="nl-BE" dirty="0" err="1">
                <a:solidFill>
                  <a:srgbClr val="FF0000"/>
                </a:solidFill>
              </a:rPr>
              <a:t>Layer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9" name="Pijl: omlaag 8">
            <a:extLst>
              <a:ext uri="{FF2B5EF4-FFF2-40B4-BE49-F238E27FC236}">
                <a16:creationId xmlns:a16="http://schemas.microsoft.com/office/drawing/2014/main" id="{4A99E9BB-D024-02E6-9278-28AF676684B9}"/>
              </a:ext>
            </a:extLst>
          </p:cNvPr>
          <p:cNvSpPr/>
          <p:nvPr/>
        </p:nvSpPr>
        <p:spPr>
          <a:xfrm rot="10800000">
            <a:off x="1541122" y="4250285"/>
            <a:ext cx="359596" cy="575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3A2A82CD-683D-7B18-03BD-ED04EDC78E83}"/>
              </a:ext>
            </a:extLst>
          </p:cNvPr>
          <p:cNvSpPr/>
          <p:nvPr/>
        </p:nvSpPr>
        <p:spPr>
          <a:xfrm>
            <a:off x="3559996" y="287676"/>
            <a:ext cx="2044557" cy="453604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1878EA9C-F002-BA3A-5253-5DF13AB61D1C}"/>
              </a:ext>
            </a:extLst>
          </p:cNvPr>
          <p:cNvSpPr txBox="1"/>
          <p:nvPr/>
        </p:nvSpPr>
        <p:spPr>
          <a:xfrm>
            <a:off x="4042880" y="4065619"/>
            <a:ext cx="107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Shared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EDCCFDFC-AC96-659C-319C-DB14A7AC09A7}"/>
              </a:ext>
            </a:extLst>
          </p:cNvPr>
          <p:cNvSpPr/>
          <p:nvPr/>
        </p:nvSpPr>
        <p:spPr>
          <a:xfrm>
            <a:off x="5993259" y="287676"/>
            <a:ext cx="2044557" cy="453604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E1D32CC7-1FDD-1AF9-5DDA-5D1C359FE826}"/>
              </a:ext>
            </a:extLst>
          </p:cNvPr>
          <p:cNvSpPr txBox="1"/>
          <p:nvPr/>
        </p:nvSpPr>
        <p:spPr>
          <a:xfrm>
            <a:off x="6369979" y="4065619"/>
            <a:ext cx="1332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Application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78E0DA4-18C3-172D-577D-A74AE74C58C5}"/>
              </a:ext>
            </a:extLst>
          </p:cNvPr>
          <p:cNvSpPr/>
          <p:nvPr/>
        </p:nvSpPr>
        <p:spPr>
          <a:xfrm>
            <a:off x="8323780" y="287676"/>
            <a:ext cx="2044557" cy="453604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2E697D4B-05EF-429A-DCA4-6A092AC43723}"/>
              </a:ext>
            </a:extLst>
          </p:cNvPr>
          <p:cNvSpPr txBox="1"/>
          <p:nvPr/>
        </p:nvSpPr>
        <p:spPr>
          <a:xfrm>
            <a:off x="8679949" y="4005528"/>
            <a:ext cx="1332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Domain A</a:t>
            </a:r>
          </a:p>
        </p:txBody>
      </p:sp>
      <p:sp>
        <p:nvSpPr>
          <p:cNvPr id="20" name="Pijl: rechts 19">
            <a:extLst>
              <a:ext uri="{FF2B5EF4-FFF2-40B4-BE49-F238E27FC236}">
                <a16:creationId xmlns:a16="http://schemas.microsoft.com/office/drawing/2014/main" id="{47570352-4071-B527-2D50-0009671B9B3F}"/>
              </a:ext>
            </a:extLst>
          </p:cNvPr>
          <p:cNvSpPr/>
          <p:nvPr/>
        </p:nvSpPr>
        <p:spPr>
          <a:xfrm rot="10800000">
            <a:off x="10483063" y="4005527"/>
            <a:ext cx="48288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64DEB639-DF27-6162-5300-A8995A04D7C6}"/>
              </a:ext>
            </a:extLst>
          </p:cNvPr>
          <p:cNvSpPr txBox="1"/>
          <p:nvPr/>
        </p:nvSpPr>
        <p:spPr>
          <a:xfrm>
            <a:off x="11080674" y="4005527"/>
            <a:ext cx="115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F0000"/>
                </a:solidFill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25710229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</Words>
  <Application>Microsoft Office PowerPoint</Application>
  <PresentationFormat>Breedbeeld</PresentationFormat>
  <Paragraphs>9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Dieter Moeyersons</dc:creator>
  <cp:lastModifiedBy>Dieter Moeyersons</cp:lastModifiedBy>
  <cp:revision>1</cp:revision>
  <dcterms:created xsi:type="dcterms:W3CDTF">2026-01-07T08:19:50Z</dcterms:created>
  <dcterms:modified xsi:type="dcterms:W3CDTF">2026-01-07T08:26:51Z</dcterms:modified>
</cp:coreProperties>
</file>
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3" d="100"/>
          <a:sy n="93" d="100"/>
        </p:scale>
        <p:origin x="282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1FDBCE-8DEB-5730-1841-C813429CE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442D8A3-FF59-BB7B-49FA-6105E8788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140F204-B335-2245-0FD3-44561A757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31/01/2026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5E02BBA-DBB5-2447-2602-0A1EC275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F69072-09B3-CDDD-4C24-9E289E04A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68770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5014EE-6F9D-A26C-E0E5-3B5403044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B864D8-7B00-6D48-C57D-0DF709C41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7217BC0-5770-F9B3-D652-D167DAED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31/01/2026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38CFB20-096D-97AD-15A6-75CCFE34C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1790044-29EA-F7A3-AC57-C21B4134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31112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F675AE-AAE8-F131-898E-29994F936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614BCFC-1DD5-82EF-0578-A1CB340BE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EAC9D78-0333-19B7-BCA1-BB2ACA96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31/01/2026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9315340-E188-617B-26CF-FDAD1379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E4DAC46-E1AB-F519-95FE-8587A77F3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92332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5A23B6-25EA-72AA-7F5C-DA536B783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99209C-AA58-1A97-F162-60ADD7E473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11474B3-7556-07E7-83ED-67B12ECD2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03AB0FE-7BAB-70BD-45EA-2ECA2836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31/01/2026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243D849-9FC5-22D8-D496-A9D72A334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1C77F3F-5194-0BB5-A39C-21E4736F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62996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2BCE9-D47F-F732-ED40-07C14C705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92AC53F-CB3D-15F2-BEA0-24118189A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3A35F20-ED03-AE0F-295B-B83A16857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6606290-69DD-D160-AF9D-14C6BE042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102B502F-5211-0F7E-5C3A-6B63BF1BE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2F2C753E-848A-6CBF-30EC-69A056A00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31/01/2026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8FC351A-5044-4294-1D16-7076D278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F0349F0-CE1A-8C13-018D-D81060C1C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84357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712619-9736-69AB-10F5-40E940399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5E2D476-C445-E0F8-7419-2E46131DE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31/01/2026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063DC94-A45E-01F3-FC96-216A4A848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6FCDDAF-860D-ADA0-03B1-2652DA6B9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79900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5A9A782-ED73-655D-CD71-CC1383D8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31/01/2026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937321E-E904-4804-3E1C-49D29EBF0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E61BF15-496D-0C51-B70D-78E7B44E1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1079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625234-9DFA-9822-AC7A-7AD7A950F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10908A5-6FC3-8F7D-7697-57B51EBF4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64652CC-5BA2-1383-00D8-177FCEB36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7C6483F-DA79-8CBB-1AA9-4784767DD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31/01/2026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212B59A-32DD-64CE-27F6-0926A5EEC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5C9227E-2F60-BCB8-4EF9-3B1ABA202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23064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433932-E262-9CAE-595B-D40B63BEB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4C5ACC44-B309-5795-AA09-482B19D49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64598D0-690D-34F5-DA2E-58B51C384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64DF92C-95BE-7FDA-3359-EC6FC29CA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31/01/2026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CC45095-0067-CF3D-041B-050883D27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9D4BB15-EF0E-20D4-B234-7585985D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22250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5B62AC-00BA-FA3F-A201-63721B0E3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6052A0A-BEB0-D8DC-DEB7-037ABD521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9301426-368D-B227-5C4D-63793A279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31/01/2026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24596CC-6943-598C-D04A-9947B328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16083F6-81ED-3140-C8FE-DF30DC38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24024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C8EC0FA4-FCBC-6FFA-EE93-780191C56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722DB16-90A5-A653-7E54-E26AC4BCC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46DDF7E-6CFD-68A5-2169-D60D8D26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AD28-58C4-49D1-97C7-3A2CD9CB57AC}" type="datetimeFigureOut">
              <a:rPr lang="nl-BE" smtClean="0"/>
              <a:t>31/01/2026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44D4B8-A497-D96D-AAB6-A99B030CB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AE73E2F-7DE9-DAC3-EFF3-F7B8859F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39820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0A5D28B-CF30-B978-23E0-897095C8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C8BC5E9-BCB8-27B3-FBB3-A2B7A7D81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1618854-6D92-3CE1-9705-393D5E134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BAD28-58C4-49D1-97C7-3A2CD9CB57AC}" type="datetimeFigureOut">
              <a:rPr lang="nl-BE" smtClean="0"/>
              <a:t>31/01/2026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840A047-04AD-89FA-AB8D-6A073B478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64BC151-78C6-0090-3C6F-A1F1BF6DB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8527A-9D91-49D0-8333-37EFC62E092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54799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B0533DF5-96B6-1616-DA13-77CF94725E14}"/>
              </a:ext>
            </a:extLst>
          </p:cNvPr>
          <p:cNvSpPr/>
          <p:nvPr/>
        </p:nvSpPr>
        <p:spPr>
          <a:xfrm>
            <a:off x="647268" y="2967887"/>
            <a:ext cx="10897459" cy="588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F9906AE-50C0-A8C4-547C-16783090A170}"/>
              </a:ext>
            </a:extLst>
          </p:cNvPr>
          <p:cNvSpPr/>
          <p:nvPr/>
        </p:nvSpPr>
        <p:spPr>
          <a:xfrm>
            <a:off x="647269" y="2203328"/>
            <a:ext cx="10897459" cy="588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088A6079-51C3-0EA7-9348-29FF558104D0}"/>
              </a:ext>
            </a:extLst>
          </p:cNvPr>
          <p:cNvSpPr/>
          <p:nvPr/>
        </p:nvSpPr>
        <p:spPr>
          <a:xfrm>
            <a:off x="647270" y="1445499"/>
            <a:ext cx="10897459" cy="5887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53F2647F-D0BD-ADCD-D40F-C15D5484BBA1}"/>
              </a:ext>
            </a:extLst>
          </p:cNvPr>
          <p:cNvSpPr/>
          <p:nvPr/>
        </p:nvSpPr>
        <p:spPr>
          <a:xfrm>
            <a:off x="647270" y="606175"/>
            <a:ext cx="10897459" cy="760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02357DCF-86B6-0AFF-333F-4922C9D485F4}"/>
              </a:ext>
            </a:extLst>
          </p:cNvPr>
          <p:cNvSpPr txBox="1"/>
          <p:nvPr/>
        </p:nvSpPr>
        <p:spPr>
          <a:xfrm>
            <a:off x="647271" y="831569"/>
            <a:ext cx="2147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Presentation </a:t>
            </a:r>
            <a:r>
              <a:rPr lang="nl-BE" dirty="0" err="1">
                <a:solidFill>
                  <a:schemeClr val="bg1"/>
                </a:solidFill>
              </a:rPr>
              <a:t>Layer</a:t>
            </a:r>
            <a:endParaRPr lang="nl-BE" dirty="0">
              <a:solidFill>
                <a:schemeClr val="bg1"/>
              </a:solidFill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3559A9E1-6A34-1D8A-26FA-55FB47B33F95}"/>
              </a:ext>
            </a:extLst>
          </p:cNvPr>
          <p:cNvSpPr txBox="1"/>
          <p:nvPr/>
        </p:nvSpPr>
        <p:spPr>
          <a:xfrm>
            <a:off x="647271" y="1505701"/>
            <a:ext cx="2147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Application </a:t>
            </a:r>
            <a:r>
              <a:rPr lang="nl-BE" dirty="0" err="1">
                <a:solidFill>
                  <a:schemeClr val="bg1"/>
                </a:solidFill>
              </a:rPr>
              <a:t>Layer</a:t>
            </a:r>
            <a:endParaRPr lang="nl-BE" dirty="0">
              <a:solidFill>
                <a:schemeClr val="bg1"/>
              </a:solidFill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F254C209-3FA8-1494-E67A-07AA01C48023}"/>
              </a:ext>
            </a:extLst>
          </p:cNvPr>
          <p:cNvSpPr txBox="1"/>
          <p:nvPr/>
        </p:nvSpPr>
        <p:spPr>
          <a:xfrm>
            <a:off x="647271" y="2288947"/>
            <a:ext cx="2147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>
                <a:solidFill>
                  <a:schemeClr val="bg1"/>
                </a:solidFill>
              </a:rPr>
              <a:t>Infrastructure</a:t>
            </a:r>
            <a:r>
              <a:rPr lang="nl-BE" dirty="0">
                <a:solidFill>
                  <a:schemeClr val="bg1"/>
                </a:solidFill>
              </a:rPr>
              <a:t> </a:t>
            </a:r>
            <a:r>
              <a:rPr lang="nl-BE" dirty="0" err="1">
                <a:solidFill>
                  <a:schemeClr val="bg1"/>
                </a:solidFill>
              </a:rPr>
              <a:t>Layer</a:t>
            </a:r>
            <a:endParaRPr lang="nl-BE" dirty="0">
              <a:solidFill>
                <a:schemeClr val="bg1"/>
              </a:solidFill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1D426DC2-DC84-F2B4-E1A8-36FA0B743C89}"/>
              </a:ext>
            </a:extLst>
          </p:cNvPr>
          <p:cNvSpPr txBox="1"/>
          <p:nvPr/>
        </p:nvSpPr>
        <p:spPr>
          <a:xfrm>
            <a:off x="647271" y="2985131"/>
            <a:ext cx="2147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Domain </a:t>
            </a:r>
            <a:r>
              <a:rPr lang="nl-BE" dirty="0" err="1">
                <a:solidFill>
                  <a:schemeClr val="bg1"/>
                </a:solidFill>
              </a:rPr>
              <a:t>Layer</a:t>
            </a:r>
            <a:endParaRPr lang="nl-BE" dirty="0">
              <a:solidFill>
                <a:schemeClr val="bg1"/>
              </a:solidFill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0B4DE45A-55F0-1CE7-C5FA-B481EBA4B0C7}"/>
              </a:ext>
            </a:extLst>
          </p:cNvPr>
          <p:cNvSpPr txBox="1"/>
          <p:nvPr/>
        </p:nvSpPr>
        <p:spPr>
          <a:xfrm>
            <a:off x="647270" y="5360005"/>
            <a:ext cx="2681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FF0000"/>
                </a:solidFill>
              </a:rPr>
              <a:t>Code Architecture </a:t>
            </a:r>
            <a:r>
              <a:rPr lang="nl-BE" dirty="0" err="1">
                <a:solidFill>
                  <a:srgbClr val="FF0000"/>
                </a:solidFill>
              </a:rPr>
              <a:t>Layer</a:t>
            </a:r>
            <a:endParaRPr lang="nl-BE" dirty="0">
              <a:solidFill>
                <a:srgbClr val="FF0000"/>
              </a:solidFill>
            </a:endParaRPr>
          </a:p>
        </p:txBody>
      </p:sp>
      <p:sp>
        <p:nvSpPr>
          <p:cNvPr id="9" name="Pijl: omlaag 8">
            <a:extLst>
              <a:ext uri="{FF2B5EF4-FFF2-40B4-BE49-F238E27FC236}">
                <a16:creationId xmlns:a16="http://schemas.microsoft.com/office/drawing/2014/main" id="{4A99E9BB-D024-02E6-9278-28AF676684B9}"/>
              </a:ext>
            </a:extLst>
          </p:cNvPr>
          <p:cNvSpPr/>
          <p:nvPr/>
        </p:nvSpPr>
        <p:spPr>
          <a:xfrm rot="10800000">
            <a:off x="1541122" y="4250285"/>
            <a:ext cx="359596" cy="5753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0" name="Pijl: rechts 19">
            <a:extLst>
              <a:ext uri="{FF2B5EF4-FFF2-40B4-BE49-F238E27FC236}">
                <a16:creationId xmlns:a16="http://schemas.microsoft.com/office/drawing/2014/main" id="{47570352-4071-B527-2D50-0009671B9B3F}"/>
              </a:ext>
            </a:extLst>
          </p:cNvPr>
          <p:cNvSpPr/>
          <p:nvPr/>
        </p:nvSpPr>
        <p:spPr>
          <a:xfrm rot="10800000">
            <a:off x="10852927" y="4005527"/>
            <a:ext cx="482885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64DEB639-DF27-6162-5300-A8995A04D7C6}"/>
              </a:ext>
            </a:extLst>
          </p:cNvPr>
          <p:cNvSpPr txBox="1"/>
          <p:nvPr/>
        </p:nvSpPr>
        <p:spPr>
          <a:xfrm>
            <a:off x="11337524" y="4005527"/>
            <a:ext cx="847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FF0000"/>
                </a:solidFill>
              </a:rPr>
              <a:t>Scope</a:t>
            </a:r>
          </a:p>
        </p:txBody>
      </p:sp>
      <p:grpSp>
        <p:nvGrpSpPr>
          <p:cNvPr id="48" name="Groep 47">
            <a:extLst>
              <a:ext uri="{FF2B5EF4-FFF2-40B4-BE49-F238E27FC236}">
                <a16:creationId xmlns:a16="http://schemas.microsoft.com/office/drawing/2014/main" id="{B91C9726-6B2F-7D56-1439-07A5A974CF5F}"/>
              </a:ext>
            </a:extLst>
          </p:cNvPr>
          <p:cNvGrpSpPr/>
          <p:nvPr/>
        </p:nvGrpSpPr>
        <p:grpSpPr>
          <a:xfrm>
            <a:off x="5387086" y="287676"/>
            <a:ext cx="2044557" cy="4536042"/>
            <a:chOff x="5993259" y="287676"/>
            <a:chExt cx="2044557" cy="4536042"/>
          </a:xfrm>
        </p:grpSpPr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EDCCFDFC-AC96-659C-319C-DB14A7AC09A7}"/>
                </a:ext>
              </a:extLst>
            </p:cNvPr>
            <p:cNvSpPr/>
            <p:nvPr/>
          </p:nvSpPr>
          <p:spPr>
            <a:xfrm>
              <a:off x="5993259" y="287676"/>
              <a:ext cx="2044557" cy="4536042"/>
            </a:xfrm>
            <a:prstGeom prst="rect">
              <a:avLst/>
            </a:prstGeom>
            <a:solidFill>
              <a:schemeClr val="accent1">
                <a:alpha val="4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" name="Tekstvak 16">
              <a:extLst>
                <a:ext uri="{FF2B5EF4-FFF2-40B4-BE49-F238E27FC236}">
                  <a16:creationId xmlns:a16="http://schemas.microsoft.com/office/drawing/2014/main" id="{E1D32CC7-1FDD-1AF9-5DDA-5D1C359FE826}"/>
                </a:ext>
              </a:extLst>
            </p:cNvPr>
            <p:cNvSpPr txBox="1"/>
            <p:nvPr/>
          </p:nvSpPr>
          <p:spPr>
            <a:xfrm>
              <a:off x="6369979" y="4065619"/>
              <a:ext cx="13322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Application</a:t>
              </a: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683E1F2-865A-8E65-C881-62FB9AED193C}"/>
                </a:ext>
              </a:extLst>
            </p:cNvPr>
            <p:cNvSpPr/>
            <p:nvPr/>
          </p:nvSpPr>
          <p:spPr>
            <a:xfrm>
              <a:off x="6096000" y="3021249"/>
              <a:ext cx="1839074" cy="39229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Module</a:t>
              </a: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231D23AF-D22D-A661-B909-799640B5C4C8}"/>
                </a:ext>
              </a:extLst>
            </p:cNvPr>
            <p:cNvSpPr/>
            <p:nvPr/>
          </p:nvSpPr>
          <p:spPr>
            <a:xfrm>
              <a:off x="6096000" y="2286438"/>
              <a:ext cx="1839074" cy="39229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Module</a:t>
              </a:r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6FE61137-01DA-AE4B-746B-ED09F97B8A32}"/>
                </a:ext>
              </a:extLst>
            </p:cNvPr>
            <p:cNvSpPr/>
            <p:nvPr/>
          </p:nvSpPr>
          <p:spPr>
            <a:xfrm>
              <a:off x="6096000" y="1520047"/>
              <a:ext cx="1839074" cy="39229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Module</a:t>
              </a:r>
            </a:p>
          </p:txBody>
        </p:sp>
        <p:sp>
          <p:nvSpPr>
            <p:cNvPr id="27" name="Rechthoek 26">
              <a:extLst>
                <a:ext uri="{FF2B5EF4-FFF2-40B4-BE49-F238E27FC236}">
                  <a16:creationId xmlns:a16="http://schemas.microsoft.com/office/drawing/2014/main" id="{3BC85EFA-8EC1-7990-32B2-27C0DAD5B5FB}"/>
                </a:ext>
              </a:extLst>
            </p:cNvPr>
            <p:cNvSpPr/>
            <p:nvPr/>
          </p:nvSpPr>
          <p:spPr>
            <a:xfrm>
              <a:off x="6096000" y="761422"/>
              <a:ext cx="1839074" cy="39229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Module</a:t>
              </a:r>
            </a:p>
          </p:txBody>
        </p:sp>
      </p:grpSp>
      <p:sp>
        <p:nvSpPr>
          <p:cNvPr id="18" name="Rechthoek 17">
            <a:extLst>
              <a:ext uri="{FF2B5EF4-FFF2-40B4-BE49-F238E27FC236}">
                <a16:creationId xmlns:a16="http://schemas.microsoft.com/office/drawing/2014/main" id="{C78E0DA4-18C3-172D-577D-A74AE74C58C5}"/>
              </a:ext>
            </a:extLst>
          </p:cNvPr>
          <p:cNvSpPr/>
          <p:nvPr/>
        </p:nvSpPr>
        <p:spPr>
          <a:xfrm>
            <a:off x="7717607" y="287676"/>
            <a:ext cx="3071964" cy="4536042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2E697D4B-05EF-429A-DCA4-6A092AC43723}"/>
              </a:ext>
            </a:extLst>
          </p:cNvPr>
          <p:cNvSpPr txBox="1"/>
          <p:nvPr/>
        </p:nvSpPr>
        <p:spPr>
          <a:xfrm>
            <a:off x="8280973" y="4342171"/>
            <a:ext cx="2001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dirty="0"/>
              <a:t>Domain A</a:t>
            </a:r>
          </a:p>
        </p:txBody>
      </p:sp>
      <p:sp>
        <p:nvSpPr>
          <p:cNvPr id="28" name="Rechthoek 27">
            <a:extLst>
              <a:ext uri="{FF2B5EF4-FFF2-40B4-BE49-F238E27FC236}">
                <a16:creationId xmlns:a16="http://schemas.microsoft.com/office/drawing/2014/main" id="{F490BAE2-FB33-7413-7C75-BF979779E795}"/>
              </a:ext>
            </a:extLst>
          </p:cNvPr>
          <p:cNvSpPr/>
          <p:nvPr/>
        </p:nvSpPr>
        <p:spPr>
          <a:xfrm>
            <a:off x="9238176" y="3015594"/>
            <a:ext cx="1397025" cy="39229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Module</a:t>
            </a:r>
          </a:p>
        </p:txBody>
      </p:sp>
      <p:sp>
        <p:nvSpPr>
          <p:cNvPr id="29" name="Rechthoek 28">
            <a:extLst>
              <a:ext uri="{FF2B5EF4-FFF2-40B4-BE49-F238E27FC236}">
                <a16:creationId xmlns:a16="http://schemas.microsoft.com/office/drawing/2014/main" id="{9251F6ED-89ED-87E3-65E0-4045951F248C}"/>
              </a:ext>
            </a:extLst>
          </p:cNvPr>
          <p:cNvSpPr/>
          <p:nvPr/>
        </p:nvSpPr>
        <p:spPr>
          <a:xfrm>
            <a:off x="9238176" y="2280783"/>
            <a:ext cx="1397026" cy="39229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Module</a:t>
            </a:r>
          </a:p>
        </p:txBody>
      </p:sp>
      <p:sp>
        <p:nvSpPr>
          <p:cNvPr id="30" name="Rechthoek 29">
            <a:extLst>
              <a:ext uri="{FF2B5EF4-FFF2-40B4-BE49-F238E27FC236}">
                <a16:creationId xmlns:a16="http://schemas.microsoft.com/office/drawing/2014/main" id="{BC921593-519B-D253-0D5D-9F8DAC03D72F}"/>
              </a:ext>
            </a:extLst>
          </p:cNvPr>
          <p:cNvSpPr/>
          <p:nvPr/>
        </p:nvSpPr>
        <p:spPr>
          <a:xfrm>
            <a:off x="9238176" y="1514392"/>
            <a:ext cx="1397026" cy="39229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Module</a:t>
            </a:r>
          </a:p>
        </p:txBody>
      </p:sp>
      <p:sp>
        <p:nvSpPr>
          <p:cNvPr id="31" name="Rechthoek 30">
            <a:extLst>
              <a:ext uri="{FF2B5EF4-FFF2-40B4-BE49-F238E27FC236}">
                <a16:creationId xmlns:a16="http://schemas.microsoft.com/office/drawing/2014/main" id="{2787310B-CD87-1BB2-7701-90217128F34E}"/>
              </a:ext>
            </a:extLst>
          </p:cNvPr>
          <p:cNvSpPr/>
          <p:nvPr/>
        </p:nvSpPr>
        <p:spPr>
          <a:xfrm>
            <a:off x="9238176" y="755767"/>
            <a:ext cx="1397026" cy="39229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Module</a:t>
            </a:r>
          </a:p>
        </p:txBody>
      </p:sp>
      <p:cxnSp>
        <p:nvCxnSpPr>
          <p:cNvPr id="33" name="Rechte verbindingslijn met pijl 32">
            <a:extLst>
              <a:ext uri="{FF2B5EF4-FFF2-40B4-BE49-F238E27FC236}">
                <a16:creationId xmlns:a16="http://schemas.microsoft.com/office/drawing/2014/main" id="{164AACAB-893F-38F6-C386-39FB389F5368}"/>
              </a:ext>
            </a:extLst>
          </p:cNvPr>
          <p:cNvCxnSpPr/>
          <p:nvPr/>
        </p:nvCxnSpPr>
        <p:spPr>
          <a:xfrm>
            <a:off x="339047" y="2465798"/>
            <a:ext cx="0" cy="570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met pijl 33">
            <a:extLst>
              <a:ext uri="{FF2B5EF4-FFF2-40B4-BE49-F238E27FC236}">
                <a16:creationId xmlns:a16="http://schemas.microsoft.com/office/drawing/2014/main" id="{1C148DDD-674A-DEAE-9B93-06D932A20082}"/>
              </a:ext>
            </a:extLst>
          </p:cNvPr>
          <p:cNvCxnSpPr/>
          <p:nvPr/>
        </p:nvCxnSpPr>
        <p:spPr>
          <a:xfrm>
            <a:off x="339047" y="1679506"/>
            <a:ext cx="0" cy="570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met pijl 34">
            <a:extLst>
              <a:ext uri="{FF2B5EF4-FFF2-40B4-BE49-F238E27FC236}">
                <a16:creationId xmlns:a16="http://schemas.microsoft.com/office/drawing/2014/main" id="{BC06AFEB-CD71-43D7-A612-B38FB7CDE37C}"/>
              </a:ext>
            </a:extLst>
          </p:cNvPr>
          <p:cNvCxnSpPr/>
          <p:nvPr/>
        </p:nvCxnSpPr>
        <p:spPr>
          <a:xfrm>
            <a:off x="339047" y="964596"/>
            <a:ext cx="0" cy="570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oep 50">
            <a:extLst>
              <a:ext uri="{FF2B5EF4-FFF2-40B4-BE49-F238E27FC236}">
                <a16:creationId xmlns:a16="http://schemas.microsoft.com/office/drawing/2014/main" id="{6E1C31C6-EC27-C290-2830-7B348111CE0C}"/>
              </a:ext>
            </a:extLst>
          </p:cNvPr>
          <p:cNvGrpSpPr/>
          <p:nvPr/>
        </p:nvGrpSpPr>
        <p:grpSpPr>
          <a:xfrm>
            <a:off x="4212406" y="5133326"/>
            <a:ext cx="4179870" cy="229915"/>
            <a:chOff x="4982966" y="5133326"/>
            <a:chExt cx="4179870" cy="229915"/>
          </a:xfrm>
        </p:grpSpPr>
        <p:cxnSp>
          <p:nvCxnSpPr>
            <p:cNvPr id="36" name="Rechte verbindingslijn met pijl 35">
              <a:extLst>
                <a:ext uri="{FF2B5EF4-FFF2-40B4-BE49-F238E27FC236}">
                  <a16:creationId xmlns:a16="http://schemas.microsoft.com/office/drawing/2014/main" id="{7FF4C650-CEFC-5151-3ACA-19934AA845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82966" y="5213946"/>
              <a:ext cx="13579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Rechte verbindingslijn met pijl 38">
              <a:extLst>
                <a:ext uri="{FF2B5EF4-FFF2-40B4-BE49-F238E27FC236}">
                  <a16:creationId xmlns:a16="http://schemas.microsoft.com/office/drawing/2014/main" id="{6AE51C08-F21C-5815-1977-880EF12CEA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82966" y="5363241"/>
              <a:ext cx="41798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Rechte verbindingslijn met pijl 40">
              <a:extLst>
                <a:ext uri="{FF2B5EF4-FFF2-40B4-BE49-F238E27FC236}">
                  <a16:creationId xmlns:a16="http://schemas.microsoft.com/office/drawing/2014/main" id="{B13E26D3-5028-CC99-C827-ADA7C4169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40548" y="5133326"/>
              <a:ext cx="1410985" cy="112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ep 48">
            <a:extLst>
              <a:ext uri="{FF2B5EF4-FFF2-40B4-BE49-F238E27FC236}">
                <a16:creationId xmlns:a16="http://schemas.microsoft.com/office/drawing/2014/main" id="{1A6DE813-7168-2D05-FF3D-A61FB5CCFD61}"/>
              </a:ext>
            </a:extLst>
          </p:cNvPr>
          <p:cNvGrpSpPr/>
          <p:nvPr/>
        </p:nvGrpSpPr>
        <p:grpSpPr>
          <a:xfrm>
            <a:off x="2953823" y="287676"/>
            <a:ext cx="2044557" cy="4536042"/>
            <a:chOff x="3559996" y="287676"/>
            <a:chExt cx="2044557" cy="4536042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3A2A82CD-683D-7B18-03BD-ED04EDC78E83}"/>
                </a:ext>
              </a:extLst>
            </p:cNvPr>
            <p:cNvSpPr/>
            <p:nvPr/>
          </p:nvSpPr>
          <p:spPr>
            <a:xfrm>
              <a:off x="3559996" y="287676"/>
              <a:ext cx="2044557" cy="4536042"/>
            </a:xfrm>
            <a:prstGeom prst="rect">
              <a:avLst/>
            </a:prstGeom>
            <a:solidFill>
              <a:schemeClr val="accent1">
                <a:alpha val="4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B2184774-8200-CFAB-A7BB-895351DC0E5A}"/>
                </a:ext>
              </a:extLst>
            </p:cNvPr>
            <p:cNvSpPr/>
            <p:nvPr/>
          </p:nvSpPr>
          <p:spPr>
            <a:xfrm>
              <a:off x="3657600" y="3036710"/>
              <a:ext cx="1839074" cy="39229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Module</a:t>
              </a:r>
            </a:p>
          </p:txBody>
        </p:sp>
        <p:sp>
          <p:nvSpPr>
            <p:cNvPr id="3" name="Rechthoek 2">
              <a:extLst>
                <a:ext uri="{FF2B5EF4-FFF2-40B4-BE49-F238E27FC236}">
                  <a16:creationId xmlns:a16="http://schemas.microsoft.com/office/drawing/2014/main" id="{FB71B165-6FBF-58A2-4E8E-140260D19EB9}"/>
                </a:ext>
              </a:extLst>
            </p:cNvPr>
            <p:cNvSpPr/>
            <p:nvPr/>
          </p:nvSpPr>
          <p:spPr>
            <a:xfrm>
              <a:off x="3657600" y="2301899"/>
              <a:ext cx="1839074" cy="39229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Module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7E4EE537-A428-E046-94FE-E9A5AFD6288F}"/>
                </a:ext>
              </a:extLst>
            </p:cNvPr>
            <p:cNvSpPr/>
            <p:nvPr/>
          </p:nvSpPr>
          <p:spPr>
            <a:xfrm>
              <a:off x="3657600" y="1535508"/>
              <a:ext cx="1839074" cy="39229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Module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D577167F-2250-C29D-347C-0F062AD7FFBB}"/>
                </a:ext>
              </a:extLst>
            </p:cNvPr>
            <p:cNvSpPr/>
            <p:nvPr/>
          </p:nvSpPr>
          <p:spPr>
            <a:xfrm>
              <a:off x="3657600" y="776883"/>
              <a:ext cx="1839074" cy="39229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BE" dirty="0"/>
                <a:t>Module</a:t>
              </a:r>
            </a:p>
          </p:txBody>
        </p:sp>
        <p:sp>
          <p:nvSpPr>
            <p:cNvPr id="15" name="Tekstvak 14">
              <a:extLst>
                <a:ext uri="{FF2B5EF4-FFF2-40B4-BE49-F238E27FC236}">
                  <a16:creationId xmlns:a16="http://schemas.microsoft.com/office/drawing/2014/main" id="{1878EA9C-F002-BA3A-5253-5DF13AB61D1C}"/>
                </a:ext>
              </a:extLst>
            </p:cNvPr>
            <p:cNvSpPr txBox="1"/>
            <p:nvPr/>
          </p:nvSpPr>
          <p:spPr>
            <a:xfrm>
              <a:off x="4042880" y="4065619"/>
              <a:ext cx="10787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dirty="0"/>
                <a:t>Shared</a:t>
              </a:r>
            </a:p>
          </p:txBody>
        </p:sp>
      </p:grpSp>
      <p:sp>
        <p:nvSpPr>
          <p:cNvPr id="52" name="Rechthoek 51">
            <a:extLst>
              <a:ext uri="{FF2B5EF4-FFF2-40B4-BE49-F238E27FC236}">
                <a16:creationId xmlns:a16="http://schemas.microsoft.com/office/drawing/2014/main" id="{4233F07D-467C-2D6E-5A13-09285EAB3195}"/>
              </a:ext>
            </a:extLst>
          </p:cNvPr>
          <p:cNvSpPr/>
          <p:nvPr/>
        </p:nvSpPr>
        <p:spPr>
          <a:xfrm>
            <a:off x="7880279" y="421240"/>
            <a:ext cx="1203527" cy="38087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3" name="Rechthoek 52">
            <a:extLst>
              <a:ext uri="{FF2B5EF4-FFF2-40B4-BE49-F238E27FC236}">
                <a16:creationId xmlns:a16="http://schemas.microsoft.com/office/drawing/2014/main" id="{4E569F8B-3EF7-BF2B-0A62-B5F25D3CCEBC}"/>
              </a:ext>
            </a:extLst>
          </p:cNvPr>
          <p:cNvSpPr/>
          <p:nvPr/>
        </p:nvSpPr>
        <p:spPr>
          <a:xfrm>
            <a:off x="7972744" y="3013240"/>
            <a:ext cx="945225" cy="39229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Module</a:t>
            </a:r>
          </a:p>
        </p:txBody>
      </p:sp>
      <p:sp>
        <p:nvSpPr>
          <p:cNvPr id="54" name="Rechthoek 53">
            <a:extLst>
              <a:ext uri="{FF2B5EF4-FFF2-40B4-BE49-F238E27FC236}">
                <a16:creationId xmlns:a16="http://schemas.microsoft.com/office/drawing/2014/main" id="{9C0432A3-6EA5-357F-1C2B-A04C82AF3014}"/>
              </a:ext>
            </a:extLst>
          </p:cNvPr>
          <p:cNvSpPr/>
          <p:nvPr/>
        </p:nvSpPr>
        <p:spPr>
          <a:xfrm>
            <a:off x="7972744" y="2278429"/>
            <a:ext cx="945226" cy="39229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Module</a:t>
            </a:r>
          </a:p>
        </p:txBody>
      </p:sp>
      <p:sp>
        <p:nvSpPr>
          <p:cNvPr id="55" name="Rechthoek 54">
            <a:extLst>
              <a:ext uri="{FF2B5EF4-FFF2-40B4-BE49-F238E27FC236}">
                <a16:creationId xmlns:a16="http://schemas.microsoft.com/office/drawing/2014/main" id="{88227603-5633-D60F-6139-3C60E59ADE93}"/>
              </a:ext>
            </a:extLst>
          </p:cNvPr>
          <p:cNvSpPr/>
          <p:nvPr/>
        </p:nvSpPr>
        <p:spPr>
          <a:xfrm>
            <a:off x="7972744" y="1512038"/>
            <a:ext cx="945226" cy="39229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Module</a:t>
            </a:r>
          </a:p>
        </p:txBody>
      </p:sp>
      <p:sp>
        <p:nvSpPr>
          <p:cNvPr id="56" name="Rechthoek 55">
            <a:extLst>
              <a:ext uri="{FF2B5EF4-FFF2-40B4-BE49-F238E27FC236}">
                <a16:creationId xmlns:a16="http://schemas.microsoft.com/office/drawing/2014/main" id="{CCEF0CB1-3771-CA87-AF0D-24CA47C97A86}"/>
              </a:ext>
            </a:extLst>
          </p:cNvPr>
          <p:cNvSpPr/>
          <p:nvPr/>
        </p:nvSpPr>
        <p:spPr>
          <a:xfrm>
            <a:off x="7972744" y="753413"/>
            <a:ext cx="945226" cy="39229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dirty="0"/>
              <a:t>Module</a:t>
            </a:r>
          </a:p>
        </p:txBody>
      </p:sp>
      <p:sp>
        <p:nvSpPr>
          <p:cNvPr id="57" name="Tekstvak 56">
            <a:extLst>
              <a:ext uri="{FF2B5EF4-FFF2-40B4-BE49-F238E27FC236}">
                <a16:creationId xmlns:a16="http://schemas.microsoft.com/office/drawing/2014/main" id="{C7EE55F7-62E1-10B9-A274-C83A5AB389F1}"/>
              </a:ext>
            </a:extLst>
          </p:cNvPr>
          <p:cNvSpPr txBox="1"/>
          <p:nvPr/>
        </p:nvSpPr>
        <p:spPr>
          <a:xfrm>
            <a:off x="7880285" y="3713526"/>
            <a:ext cx="1265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 err="1">
                <a:solidFill>
                  <a:schemeClr val="bg1"/>
                </a:solidFill>
              </a:rPr>
              <a:t>SubScope</a:t>
            </a:r>
            <a:endParaRPr lang="nl-B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02293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33</Words>
  <Application>Microsoft Office PowerPoint</Application>
  <PresentationFormat>Breedbeeld</PresentationFormat>
  <Paragraphs>26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Dieter Moeyersons</dc:creator>
  <cp:lastModifiedBy>Dieter Moeyersons</cp:lastModifiedBy>
  <cp:revision>7</cp:revision>
  <dcterms:created xsi:type="dcterms:W3CDTF">2026-01-07T08:19:50Z</dcterms:created>
  <dcterms:modified xsi:type="dcterms:W3CDTF">2026-01-31T14:35:28Z</dcterms:modified>
</cp:coreProperties>
</file>
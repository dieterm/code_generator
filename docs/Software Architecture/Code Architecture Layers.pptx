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93" d="100"/>
          <a:sy n="93" d="100"/>
        </p:scale>
        <p:origin x="282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1FDBCE-8DEB-5730-1841-C813429CE9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8442D8A3-FF59-BB7B-49FA-6105E8788B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140F204-B335-2245-0FD3-44561A757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AD28-58C4-49D1-97C7-3A2CD9CB57AC}" type="datetimeFigureOut">
              <a:rPr lang="nl-BE" smtClean="0"/>
              <a:t>27/01/2026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5E02BBA-DBB5-2447-2602-0A1EC2750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EF69072-09B3-CDDD-4C24-9E289E04A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8527A-9D91-49D0-8333-37EFC62E0927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8770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5014EE-6F9D-A26C-E0E5-3B5403044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4B864D8-7B00-6D48-C57D-0DF709C41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7217BC0-5770-F9B3-D652-D167DAED4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AD28-58C4-49D1-97C7-3A2CD9CB57AC}" type="datetimeFigureOut">
              <a:rPr lang="nl-BE" smtClean="0"/>
              <a:t>27/01/2026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38CFB20-096D-97AD-15A6-75CCFE34C6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1790044-29EA-F7A3-AC57-C21B41340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8527A-9D91-49D0-8333-37EFC62E0927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311125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F675AE-AAE8-F131-898E-29994F936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614BCFC-1DD5-82EF-0578-A1CB340BED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EAC9D78-0333-19B7-BCA1-BB2ACA969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AD28-58C4-49D1-97C7-3A2CD9CB57AC}" type="datetimeFigureOut">
              <a:rPr lang="nl-BE" smtClean="0"/>
              <a:t>27/01/2026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9315340-E188-617B-26CF-FDAD13791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E4DAC46-E1AB-F519-95FE-8587A77F3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8527A-9D91-49D0-8333-37EFC62E0927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92332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5A23B6-25EA-72AA-7F5C-DA536B783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F99209C-AA58-1A97-F162-60ADD7E473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11474B3-7556-07E7-83ED-67B12ECD2F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03AB0FE-7BAB-70BD-45EA-2ECA2836F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AD28-58C4-49D1-97C7-3A2CD9CB57AC}" type="datetimeFigureOut">
              <a:rPr lang="nl-BE" smtClean="0"/>
              <a:t>27/01/2026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243D849-9FC5-22D8-D496-A9D72A334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71C77F3F-5194-0BB5-A39C-21E4736FF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8527A-9D91-49D0-8333-37EFC62E0927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62996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A2BCE9-D47F-F732-ED40-07C14C705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92AC53F-CB3D-15F2-BEA0-24118189AB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13A35F20-ED03-AE0F-295B-B83A168576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06606290-69DD-D160-AF9D-14C6BE0421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102B502F-5211-0F7E-5C3A-6B63BF1BE6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2F2C753E-848A-6CBF-30EC-69A056A00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AD28-58C4-49D1-97C7-3A2CD9CB57AC}" type="datetimeFigureOut">
              <a:rPr lang="nl-BE" smtClean="0"/>
              <a:t>27/01/2026</a:t>
            </a:fld>
            <a:endParaRPr lang="nl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F8FC351A-5044-4294-1D16-7076D2788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CF0349F0-CE1A-8C13-018D-D81060C1C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8527A-9D91-49D0-8333-37EFC62E0927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84357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712619-9736-69AB-10F5-40E940399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F5E2D476-C445-E0F8-7419-2E46131DE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AD28-58C4-49D1-97C7-3A2CD9CB57AC}" type="datetimeFigureOut">
              <a:rPr lang="nl-BE" smtClean="0"/>
              <a:t>27/01/2026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8063DC94-A45E-01F3-FC96-216A4A848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D6FCDDAF-860D-ADA0-03B1-2652DA6B9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8527A-9D91-49D0-8333-37EFC62E0927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79900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35A9A782-ED73-655D-CD71-CC1383D86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AD28-58C4-49D1-97C7-3A2CD9CB57AC}" type="datetimeFigureOut">
              <a:rPr lang="nl-BE" smtClean="0"/>
              <a:t>27/01/2026</a:t>
            </a:fld>
            <a:endParaRPr lang="nl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9937321E-E904-4804-3E1C-49D29EBF0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E61BF15-496D-0C51-B70D-78E7B44E1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8527A-9D91-49D0-8333-37EFC62E0927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71079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625234-9DFA-9822-AC7A-7AD7A950F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10908A5-6FC3-8F7D-7697-57B51EBF41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64652CC-5BA2-1383-00D8-177FCEB366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A7C6483F-DA79-8CBB-1AA9-4784767DD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AD28-58C4-49D1-97C7-3A2CD9CB57AC}" type="datetimeFigureOut">
              <a:rPr lang="nl-BE" smtClean="0"/>
              <a:t>27/01/2026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212B59A-32DD-64CE-27F6-0926A5EEC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5C9227E-2F60-BCB8-4EF9-3B1ABA202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8527A-9D91-49D0-8333-37EFC62E0927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230646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433932-E262-9CAE-595B-D40B63BEB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4C5ACC44-B309-5795-AA09-482B19D495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E64598D0-690D-34F5-DA2E-58B51C3841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64DF92C-95BE-7FDA-3359-EC6FC29CA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AD28-58C4-49D1-97C7-3A2CD9CB57AC}" type="datetimeFigureOut">
              <a:rPr lang="nl-BE" smtClean="0"/>
              <a:t>27/01/2026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CC45095-0067-CF3D-041B-050883D27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9D4BB15-EF0E-20D4-B234-7585985D5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8527A-9D91-49D0-8333-37EFC62E0927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22250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5B62AC-00BA-FA3F-A201-63721B0E3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E6052A0A-BEB0-D8DC-DEB7-037ABD521C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9301426-368D-B227-5C4D-63793A279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AD28-58C4-49D1-97C7-3A2CD9CB57AC}" type="datetimeFigureOut">
              <a:rPr lang="nl-BE" smtClean="0"/>
              <a:t>27/01/2026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24596CC-6943-598C-D04A-9947B328C2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16083F6-81ED-3140-C8FE-DF30DC380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8527A-9D91-49D0-8333-37EFC62E0927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24024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C8EC0FA4-FCBC-6FFA-EE93-780191C564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F722DB16-90A5-A653-7E54-E26AC4BCC7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46DDF7E-6CFD-68A5-2169-D60D8D260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AD28-58C4-49D1-97C7-3A2CD9CB57AC}" type="datetimeFigureOut">
              <a:rPr lang="nl-BE" smtClean="0"/>
              <a:t>27/01/2026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C44D4B8-A497-D96D-AAB6-A99B030CB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AE73E2F-7DE9-DAC3-EFF3-F7B8859F9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8527A-9D91-49D0-8333-37EFC62E0927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39820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40A5D28B-CF30-B978-23E0-897095C8F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C8BC5E9-BCB8-27B3-FBB3-A2B7A7D818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1618854-6D92-3CE1-9705-393D5E1342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5BAD28-58C4-49D1-97C7-3A2CD9CB57AC}" type="datetimeFigureOut">
              <a:rPr lang="nl-BE" smtClean="0"/>
              <a:t>27/01/2026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840A047-04AD-89FA-AB8D-6A073B478F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64BC151-78C6-0090-3C6F-A1F1BF6DBA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18527A-9D91-49D0-8333-37EFC62E0927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547990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hoek 12">
            <a:extLst>
              <a:ext uri="{FF2B5EF4-FFF2-40B4-BE49-F238E27FC236}">
                <a16:creationId xmlns:a16="http://schemas.microsoft.com/office/drawing/2014/main" id="{B0533DF5-96B6-1616-DA13-77CF94725E14}"/>
              </a:ext>
            </a:extLst>
          </p:cNvPr>
          <p:cNvSpPr/>
          <p:nvPr/>
        </p:nvSpPr>
        <p:spPr>
          <a:xfrm>
            <a:off x="647268" y="2967887"/>
            <a:ext cx="10897459" cy="5887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2" name="Rechthoek 11">
            <a:extLst>
              <a:ext uri="{FF2B5EF4-FFF2-40B4-BE49-F238E27FC236}">
                <a16:creationId xmlns:a16="http://schemas.microsoft.com/office/drawing/2014/main" id="{BF9906AE-50C0-A8C4-547C-16783090A170}"/>
              </a:ext>
            </a:extLst>
          </p:cNvPr>
          <p:cNvSpPr/>
          <p:nvPr/>
        </p:nvSpPr>
        <p:spPr>
          <a:xfrm>
            <a:off x="647269" y="2203328"/>
            <a:ext cx="10897459" cy="5887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1" name="Rechthoek 10">
            <a:extLst>
              <a:ext uri="{FF2B5EF4-FFF2-40B4-BE49-F238E27FC236}">
                <a16:creationId xmlns:a16="http://schemas.microsoft.com/office/drawing/2014/main" id="{088A6079-51C3-0EA7-9348-29FF558104D0}"/>
              </a:ext>
            </a:extLst>
          </p:cNvPr>
          <p:cNvSpPr/>
          <p:nvPr/>
        </p:nvSpPr>
        <p:spPr>
          <a:xfrm>
            <a:off x="647270" y="1445499"/>
            <a:ext cx="10897459" cy="5887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53F2647F-D0BD-ADCD-D40F-C15D5484BBA1}"/>
              </a:ext>
            </a:extLst>
          </p:cNvPr>
          <p:cNvSpPr/>
          <p:nvPr/>
        </p:nvSpPr>
        <p:spPr>
          <a:xfrm>
            <a:off x="647270" y="606175"/>
            <a:ext cx="10897459" cy="7602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02357DCF-86B6-0AFF-333F-4922C9D485F4}"/>
              </a:ext>
            </a:extLst>
          </p:cNvPr>
          <p:cNvSpPr txBox="1"/>
          <p:nvPr/>
        </p:nvSpPr>
        <p:spPr>
          <a:xfrm>
            <a:off x="647271" y="831569"/>
            <a:ext cx="2147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/>
              <a:t>Presentation </a:t>
            </a:r>
            <a:r>
              <a:rPr lang="nl-BE" dirty="0" err="1"/>
              <a:t>Layer</a:t>
            </a:r>
            <a:endParaRPr lang="nl-BE" dirty="0"/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3559A9E1-6A34-1D8A-26FA-55FB47B33F95}"/>
              </a:ext>
            </a:extLst>
          </p:cNvPr>
          <p:cNvSpPr txBox="1"/>
          <p:nvPr/>
        </p:nvSpPr>
        <p:spPr>
          <a:xfrm>
            <a:off x="647271" y="1505701"/>
            <a:ext cx="2147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/>
              <a:t>Application </a:t>
            </a:r>
            <a:r>
              <a:rPr lang="nl-BE" dirty="0" err="1"/>
              <a:t>Layer</a:t>
            </a:r>
            <a:endParaRPr lang="nl-BE" dirty="0"/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F254C209-3FA8-1494-E67A-07AA01C48023}"/>
              </a:ext>
            </a:extLst>
          </p:cNvPr>
          <p:cNvSpPr txBox="1"/>
          <p:nvPr/>
        </p:nvSpPr>
        <p:spPr>
          <a:xfrm>
            <a:off x="647271" y="2288947"/>
            <a:ext cx="2147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/>
              <a:t>Domain </a:t>
            </a:r>
            <a:r>
              <a:rPr lang="nl-BE" dirty="0" err="1"/>
              <a:t>Layer</a:t>
            </a:r>
            <a:endParaRPr lang="nl-BE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1D426DC2-DC84-F2B4-E1A8-36FA0B743C89}"/>
              </a:ext>
            </a:extLst>
          </p:cNvPr>
          <p:cNvSpPr txBox="1"/>
          <p:nvPr/>
        </p:nvSpPr>
        <p:spPr>
          <a:xfrm>
            <a:off x="647271" y="2985131"/>
            <a:ext cx="2147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 err="1"/>
              <a:t>Infrastructure</a:t>
            </a:r>
            <a:r>
              <a:rPr lang="nl-BE" dirty="0"/>
              <a:t> </a:t>
            </a:r>
            <a:r>
              <a:rPr lang="nl-BE" dirty="0" err="1"/>
              <a:t>Layer</a:t>
            </a:r>
            <a:endParaRPr lang="nl-BE" dirty="0"/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0B4DE45A-55F0-1CE7-C5FA-B481EBA4B0C7}"/>
              </a:ext>
            </a:extLst>
          </p:cNvPr>
          <p:cNvSpPr txBox="1"/>
          <p:nvPr/>
        </p:nvSpPr>
        <p:spPr>
          <a:xfrm>
            <a:off x="647270" y="5360005"/>
            <a:ext cx="2681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>
                <a:solidFill>
                  <a:srgbClr val="FF0000"/>
                </a:solidFill>
              </a:rPr>
              <a:t>Code Architecture </a:t>
            </a:r>
            <a:r>
              <a:rPr lang="nl-BE" dirty="0" err="1">
                <a:solidFill>
                  <a:srgbClr val="FF0000"/>
                </a:solidFill>
              </a:rPr>
              <a:t>Layer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9" name="Pijl: omlaag 8">
            <a:extLst>
              <a:ext uri="{FF2B5EF4-FFF2-40B4-BE49-F238E27FC236}">
                <a16:creationId xmlns:a16="http://schemas.microsoft.com/office/drawing/2014/main" id="{4A99E9BB-D024-02E6-9278-28AF676684B9}"/>
              </a:ext>
            </a:extLst>
          </p:cNvPr>
          <p:cNvSpPr/>
          <p:nvPr/>
        </p:nvSpPr>
        <p:spPr>
          <a:xfrm rot="10800000">
            <a:off x="1541122" y="4250285"/>
            <a:ext cx="359596" cy="57535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4" name="Rechthoek 13">
            <a:extLst>
              <a:ext uri="{FF2B5EF4-FFF2-40B4-BE49-F238E27FC236}">
                <a16:creationId xmlns:a16="http://schemas.microsoft.com/office/drawing/2014/main" id="{3A2A82CD-683D-7B18-03BD-ED04EDC78E83}"/>
              </a:ext>
            </a:extLst>
          </p:cNvPr>
          <p:cNvSpPr/>
          <p:nvPr/>
        </p:nvSpPr>
        <p:spPr>
          <a:xfrm>
            <a:off x="3559996" y="287676"/>
            <a:ext cx="2044557" cy="4536042"/>
          </a:xfrm>
          <a:prstGeom prst="rect">
            <a:avLst/>
          </a:prstGeom>
          <a:solidFill>
            <a:schemeClr val="accent1">
              <a:alpha val="4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1878EA9C-F002-BA3A-5253-5DF13AB61D1C}"/>
              </a:ext>
            </a:extLst>
          </p:cNvPr>
          <p:cNvSpPr txBox="1"/>
          <p:nvPr/>
        </p:nvSpPr>
        <p:spPr>
          <a:xfrm>
            <a:off x="4042880" y="4065619"/>
            <a:ext cx="1078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/>
              <a:t>Shared</a:t>
            </a:r>
          </a:p>
        </p:txBody>
      </p:sp>
      <p:sp>
        <p:nvSpPr>
          <p:cNvPr id="16" name="Rechthoek 15">
            <a:extLst>
              <a:ext uri="{FF2B5EF4-FFF2-40B4-BE49-F238E27FC236}">
                <a16:creationId xmlns:a16="http://schemas.microsoft.com/office/drawing/2014/main" id="{EDCCFDFC-AC96-659C-319C-DB14A7AC09A7}"/>
              </a:ext>
            </a:extLst>
          </p:cNvPr>
          <p:cNvSpPr/>
          <p:nvPr/>
        </p:nvSpPr>
        <p:spPr>
          <a:xfrm>
            <a:off x="5993259" y="287676"/>
            <a:ext cx="2044557" cy="4536042"/>
          </a:xfrm>
          <a:prstGeom prst="rect">
            <a:avLst/>
          </a:prstGeom>
          <a:solidFill>
            <a:schemeClr val="accent1">
              <a:alpha val="4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" name="Tekstvak 16">
            <a:extLst>
              <a:ext uri="{FF2B5EF4-FFF2-40B4-BE49-F238E27FC236}">
                <a16:creationId xmlns:a16="http://schemas.microsoft.com/office/drawing/2014/main" id="{E1D32CC7-1FDD-1AF9-5DDA-5D1C359FE826}"/>
              </a:ext>
            </a:extLst>
          </p:cNvPr>
          <p:cNvSpPr txBox="1"/>
          <p:nvPr/>
        </p:nvSpPr>
        <p:spPr>
          <a:xfrm>
            <a:off x="6369979" y="4065619"/>
            <a:ext cx="13322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/>
              <a:t>Application</a:t>
            </a:r>
          </a:p>
        </p:txBody>
      </p:sp>
      <p:sp>
        <p:nvSpPr>
          <p:cNvPr id="18" name="Rechthoek 17">
            <a:extLst>
              <a:ext uri="{FF2B5EF4-FFF2-40B4-BE49-F238E27FC236}">
                <a16:creationId xmlns:a16="http://schemas.microsoft.com/office/drawing/2014/main" id="{C78E0DA4-18C3-172D-577D-A74AE74C58C5}"/>
              </a:ext>
            </a:extLst>
          </p:cNvPr>
          <p:cNvSpPr/>
          <p:nvPr/>
        </p:nvSpPr>
        <p:spPr>
          <a:xfrm>
            <a:off x="8323780" y="287676"/>
            <a:ext cx="2044557" cy="4536042"/>
          </a:xfrm>
          <a:prstGeom prst="rect">
            <a:avLst/>
          </a:prstGeom>
          <a:solidFill>
            <a:schemeClr val="accent1">
              <a:alpha val="4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9" name="Tekstvak 18">
            <a:extLst>
              <a:ext uri="{FF2B5EF4-FFF2-40B4-BE49-F238E27FC236}">
                <a16:creationId xmlns:a16="http://schemas.microsoft.com/office/drawing/2014/main" id="{2E697D4B-05EF-429A-DCA4-6A092AC43723}"/>
              </a:ext>
            </a:extLst>
          </p:cNvPr>
          <p:cNvSpPr txBox="1"/>
          <p:nvPr/>
        </p:nvSpPr>
        <p:spPr>
          <a:xfrm>
            <a:off x="8679949" y="4005528"/>
            <a:ext cx="13322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/>
              <a:t>Domain A</a:t>
            </a:r>
          </a:p>
        </p:txBody>
      </p:sp>
      <p:sp>
        <p:nvSpPr>
          <p:cNvPr id="20" name="Pijl: rechts 19">
            <a:extLst>
              <a:ext uri="{FF2B5EF4-FFF2-40B4-BE49-F238E27FC236}">
                <a16:creationId xmlns:a16="http://schemas.microsoft.com/office/drawing/2014/main" id="{47570352-4071-B527-2D50-0009671B9B3F}"/>
              </a:ext>
            </a:extLst>
          </p:cNvPr>
          <p:cNvSpPr/>
          <p:nvPr/>
        </p:nvSpPr>
        <p:spPr>
          <a:xfrm rot="10800000">
            <a:off x="10483063" y="4005527"/>
            <a:ext cx="482885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1" name="Tekstvak 20">
            <a:extLst>
              <a:ext uri="{FF2B5EF4-FFF2-40B4-BE49-F238E27FC236}">
                <a16:creationId xmlns:a16="http://schemas.microsoft.com/office/drawing/2014/main" id="{64DEB639-DF27-6162-5300-A8995A04D7C6}"/>
              </a:ext>
            </a:extLst>
          </p:cNvPr>
          <p:cNvSpPr txBox="1"/>
          <p:nvPr/>
        </p:nvSpPr>
        <p:spPr>
          <a:xfrm>
            <a:off x="11080674" y="4005527"/>
            <a:ext cx="11575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>
                <a:solidFill>
                  <a:srgbClr val="FF0000"/>
                </a:solidFill>
              </a:rPr>
              <a:t>Scope</a:t>
            </a:r>
          </a:p>
        </p:txBody>
      </p:sp>
      <p:sp>
        <p:nvSpPr>
          <p:cNvPr id="2" name="Rechthoek 1">
            <a:extLst>
              <a:ext uri="{FF2B5EF4-FFF2-40B4-BE49-F238E27FC236}">
                <a16:creationId xmlns:a16="http://schemas.microsoft.com/office/drawing/2014/main" id="{B2184774-8200-CFAB-A7BB-895351DC0E5A}"/>
              </a:ext>
            </a:extLst>
          </p:cNvPr>
          <p:cNvSpPr/>
          <p:nvPr/>
        </p:nvSpPr>
        <p:spPr>
          <a:xfrm>
            <a:off x="3657600" y="3036710"/>
            <a:ext cx="1839074" cy="39229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dirty="0"/>
              <a:t>Module</a:t>
            </a:r>
          </a:p>
        </p:txBody>
      </p:sp>
      <p:sp>
        <p:nvSpPr>
          <p:cNvPr id="3" name="Rechthoek 2">
            <a:extLst>
              <a:ext uri="{FF2B5EF4-FFF2-40B4-BE49-F238E27FC236}">
                <a16:creationId xmlns:a16="http://schemas.microsoft.com/office/drawing/2014/main" id="{FB71B165-6FBF-58A2-4E8E-140260D19EB9}"/>
              </a:ext>
            </a:extLst>
          </p:cNvPr>
          <p:cNvSpPr/>
          <p:nvPr/>
        </p:nvSpPr>
        <p:spPr>
          <a:xfrm>
            <a:off x="3657600" y="2301899"/>
            <a:ext cx="1839074" cy="39229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dirty="0"/>
              <a:t>Module</a:t>
            </a:r>
          </a:p>
        </p:txBody>
      </p:sp>
      <p:sp>
        <p:nvSpPr>
          <p:cNvPr id="22" name="Rechthoek 21">
            <a:extLst>
              <a:ext uri="{FF2B5EF4-FFF2-40B4-BE49-F238E27FC236}">
                <a16:creationId xmlns:a16="http://schemas.microsoft.com/office/drawing/2014/main" id="{7E4EE537-A428-E046-94FE-E9A5AFD6288F}"/>
              </a:ext>
            </a:extLst>
          </p:cNvPr>
          <p:cNvSpPr/>
          <p:nvPr/>
        </p:nvSpPr>
        <p:spPr>
          <a:xfrm>
            <a:off x="3657600" y="1535508"/>
            <a:ext cx="1839074" cy="39229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dirty="0"/>
              <a:t>Module</a:t>
            </a:r>
          </a:p>
        </p:txBody>
      </p:sp>
      <p:sp>
        <p:nvSpPr>
          <p:cNvPr id="23" name="Rechthoek 22">
            <a:extLst>
              <a:ext uri="{FF2B5EF4-FFF2-40B4-BE49-F238E27FC236}">
                <a16:creationId xmlns:a16="http://schemas.microsoft.com/office/drawing/2014/main" id="{D577167F-2250-C29D-347C-0F062AD7FFBB}"/>
              </a:ext>
            </a:extLst>
          </p:cNvPr>
          <p:cNvSpPr/>
          <p:nvPr/>
        </p:nvSpPr>
        <p:spPr>
          <a:xfrm>
            <a:off x="3657600" y="776883"/>
            <a:ext cx="1839074" cy="39229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dirty="0"/>
              <a:t>Module</a:t>
            </a:r>
          </a:p>
        </p:txBody>
      </p:sp>
      <p:sp>
        <p:nvSpPr>
          <p:cNvPr id="24" name="Rechthoek 23">
            <a:extLst>
              <a:ext uri="{FF2B5EF4-FFF2-40B4-BE49-F238E27FC236}">
                <a16:creationId xmlns:a16="http://schemas.microsoft.com/office/drawing/2014/main" id="{F683E1F2-865A-8E65-C881-62FB9AED193C}"/>
              </a:ext>
            </a:extLst>
          </p:cNvPr>
          <p:cNvSpPr/>
          <p:nvPr/>
        </p:nvSpPr>
        <p:spPr>
          <a:xfrm>
            <a:off x="6096000" y="3021249"/>
            <a:ext cx="1839074" cy="39229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dirty="0"/>
              <a:t>Module</a:t>
            </a:r>
          </a:p>
        </p:txBody>
      </p:sp>
      <p:sp>
        <p:nvSpPr>
          <p:cNvPr id="25" name="Rechthoek 24">
            <a:extLst>
              <a:ext uri="{FF2B5EF4-FFF2-40B4-BE49-F238E27FC236}">
                <a16:creationId xmlns:a16="http://schemas.microsoft.com/office/drawing/2014/main" id="{231D23AF-D22D-A661-B909-799640B5C4C8}"/>
              </a:ext>
            </a:extLst>
          </p:cNvPr>
          <p:cNvSpPr/>
          <p:nvPr/>
        </p:nvSpPr>
        <p:spPr>
          <a:xfrm>
            <a:off x="6096000" y="2286438"/>
            <a:ext cx="1839074" cy="39229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dirty="0"/>
              <a:t>Module</a:t>
            </a:r>
          </a:p>
        </p:txBody>
      </p:sp>
      <p:sp>
        <p:nvSpPr>
          <p:cNvPr id="26" name="Rechthoek 25">
            <a:extLst>
              <a:ext uri="{FF2B5EF4-FFF2-40B4-BE49-F238E27FC236}">
                <a16:creationId xmlns:a16="http://schemas.microsoft.com/office/drawing/2014/main" id="{6FE61137-01DA-AE4B-746B-ED09F97B8A32}"/>
              </a:ext>
            </a:extLst>
          </p:cNvPr>
          <p:cNvSpPr/>
          <p:nvPr/>
        </p:nvSpPr>
        <p:spPr>
          <a:xfrm>
            <a:off x="6096000" y="1520047"/>
            <a:ext cx="1839074" cy="39229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dirty="0"/>
              <a:t>Module</a:t>
            </a:r>
          </a:p>
        </p:txBody>
      </p:sp>
      <p:sp>
        <p:nvSpPr>
          <p:cNvPr id="27" name="Rechthoek 26">
            <a:extLst>
              <a:ext uri="{FF2B5EF4-FFF2-40B4-BE49-F238E27FC236}">
                <a16:creationId xmlns:a16="http://schemas.microsoft.com/office/drawing/2014/main" id="{3BC85EFA-8EC1-7990-32B2-27C0DAD5B5FB}"/>
              </a:ext>
            </a:extLst>
          </p:cNvPr>
          <p:cNvSpPr/>
          <p:nvPr/>
        </p:nvSpPr>
        <p:spPr>
          <a:xfrm>
            <a:off x="6096000" y="761422"/>
            <a:ext cx="1839074" cy="39229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dirty="0"/>
              <a:t>Module</a:t>
            </a:r>
          </a:p>
        </p:txBody>
      </p:sp>
      <p:sp>
        <p:nvSpPr>
          <p:cNvPr id="28" name="Rechthoek 27">
            <a:extLst>
              <a:ext uri="{FF2B5EF4-FFF2-40B4-BE49-F238E27FC236}">
                <a16:creationId xmlns:a16="http://schemas.microsoft.com/office/drawing/2014/main" id="{F490BAE2-FB33-7413-7C75-BF979779E795}"/>
              </a:ext>
            </a:extLst>
          </p:cNvPr>
          <p:cNvSpPr/>
          <p:nvPr/>
        </p:nvSpPr>
        <p:spPr>
          <a:xfrm>
            <a:off x="8426522" y="3015594"/>
            <a:ext cx="1839074" cy="39229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dirty="0"/>
              <a:t>Module</a:t>
            </a:r>
          </a:p>
        </p:txBody>
      </p:sp>
      <p:sp>
        <p:nvSpPr>
          <p:cNvPr id="29" name="Rechthoek 28">
            <a:extLst>
              <a:ext uri="{FF2B5EF4-FFF2-40B4-BE49-F238E27FC236}">
                <a16:creationId xmlns:a16="http://schemas.microsoft.com/office/drawing/2014/main" id="{9251F6ED-89ED-87E3-65E0-4045951F248C}"/>
              </a:ext>
            </a:extLst>
          </p:cNvPr>
          <p:cNvSpPr/>
          <p:nvPr/>
        </p:nvSpPr>
        <p:spPr>
          <a:xfrm>
            <a:off x="8426522" y="2280783"/>
            <a:ext cx="1839074" cy="39229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dirty="0"/>
              <a:t>Module</a:t>
            </a:r>
          </a:p>
        </p:txBody>
      </p:sp>
      <p:sp>
        <p:nvSpPr>
          <p:cNvPr id="30" name="Rechthoek 29">
            <a:extLst>
              <a:ext uri="{FF2B5EF4-FFF2-40B4-BE49-F238E27FC236}">
                <a16:creationId xmlns:a16="http://schemas.microsoft.com/office/drawing/2014/main" id="{BC921593-519B-D253-0D5D-9F8DAC03D72F}"/>
              </a:ext>
            </a:extLst>
          </p:cNvPr>
          <p:cNvSpPr/>
          <p:nvPr/>
        </p:nvSpPr>
        <p:spPr>
          <a:xfrm>
            <a:off x="8426522" y="1514392"/>
            <a:ext cx="1839074" cy="39229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dirty="0"/>
              <a:t>Module</a:t>
            </a:r>
          </a:p>
        </p:txBody>
      </p:sp>
      <p:sp>
        <p:nvSpPr>
          <p:cNvPr id="31" name="Rechthoek 30">
            <a:extLst>
              <a:ext uri="{FF2B5EF4-FFF2-40B4-BE49-F238E27FC236}">
                <a16:creationId xmlns:a16="http://schemas.microsoft.com/office/drawing/2014/main" id="{2787310B-CD87-1BB2-7701-90217128F34E}"/>
              </a:ext>
            </a:extLst>
          </p:cNvPr>
          <p:cNvSpPr/>
          <p:nvPr/>
        </p:nvSpPr>
        <p:spPr>
          <a:xfrm>
            <a:off x="8426522" y="755767"/>
            <a:ext cx="1839074" cy="39229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dirty="0"/>
              <a:t>Module</a:t>
            </a:r>
          </a:p>
        </p:txBody>
      </p:sp>
    </p:spTree>
    <p:extLst>
      <p:ext uri="{BB962C8B-B14F-4D97-AF65-F5344CB8AC3E}">
        <p14:creationId xmlns:p14="http://schemas.microsoft.com/office/powerpoint/2010/main" val="2571022937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28</Words>
  <Application>Microsoft Office PowerPoint</Application>
  <PresentationFormat>Breedbeeld</PresentationFormat>
  <Paragraphs>21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Dieter Moeyersons</dc:creator>
  <cp:lastModifiedBy>Dieter Moeyersons</cp:lastModifiedBy>
  <cp:revision>2</cp:revision>
  <dcterms:created xsi:type="dcterms:W3CDTF">2026-01-07T08:19:50Z</dcterms:created>
  <dcterms:modified xsi:type="dcterms:W3CDTF">2026-01-27T14:13:35Z</dcterms:modified>
</cp:coreProperties>
</file>